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5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  <p:sldMasterId id="2147483663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dt" idx="37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62C2CD-2083-47F8-B237-A18A1C47F2F0}" type="datetime">
              <a:rPr b="0" lang="en-US" sz="1200" spc="-1" strike="noStrike">
                <a:solidFill>
                  <a:srgbClr val="000000"/>
                </a:solidFill>
                <a:latin typeface="Calibri"/>
              </a:rPr>
              <a:t>9/17/25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572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2" marL="9144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3" marL="13716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4" marL="18288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ftr" idx="38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0A95EC-B9CB-47DE-BB3E-AC95090AAABF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 type="hdr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PlaceHolder 8"/>
          <p:cNvSpPr>
            <a:spLocks noGrp="1"/>
          </p:cNvSpPr>
          <p:nvPr>
            <p:ph type="dt" idx="40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5B50C0-C377-4DC8-A262-6138345ACD27}" type="datetime">
              <a:rPr b="0" lang="en-US" sz="1200" spc="-1" strike="noStrike">
                <a:solidFill>
                  <a:srgbClr val="000000"/>
                </a:solidFill>
                <a:latin typeface="Calibri"/>
              </a:rPr>
              <a:t>9/17/25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PlaceHolder 9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10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572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2" marL="9144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3" marL="13716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4" marL="18288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1"/>
          <p:cNvSpPr>
            <a:spLocks noGrp="1"/>
          </p:cNvSpPr>
          <p:nvPr>
            <p:ph type="ftr" idx="41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12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2D5F3E-6415-4ADB-A4BB-964AF2AF63B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PlaceHolder 13"/>
          <p:cNvSpPr>
            <a:spLocks noGrp="1"/>
          </p:cNvSpPr>
          <p:nvPr>
            <p:ph type="hdr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PlaceHolder 14"/>
          <p:cNvSpPr>
            <a:spLocks noGrp="1"/>
          </p:cNvSpPr>
          <p:nvPr>
            <p:ph type="dt" idx="43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BD83F1-36F9-41D1-A2E1-CF446E460A9D}" type="datetime">
              <a:rPr b="0" lang="en-US" sz="1200" spc="-1" strike="noStrike">
                <a:solidFill>
                  <a:srgbClr val="000000"/>
                </a:solidFill>
                <a:latin typeface="Calibri"/>
              </a:rPr>
              <a:t>9/17/25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PlaceHolder 15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16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572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2" marL="9144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3" marL="13716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4" marL="18288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17"/>
          <p:cNvSpPr>
            <a:spLocks noGrp="1"/>
          </p:cNvSpPr>
          <p:nvPr>
            <p:ph type="ftr" idx="44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PlaceHolder 18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E6B8DE-DF90-45AE-B42C-880E75FA6501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PlaceHolder 19"/>
          <p:cNvSpPr>
            <a:spLocks noGrp="1"/>
          </p:cNvSpPr>
          <p:nvPr>
            <p:ph type="hdr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PlaceHolder 20"/>
          <p:cNvSpPr>
            <a:spLocks noGrp="1"/>
          </p:cNvSpPr>
          <p:nvPr>
            <p:ph type="dt" idx="46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96657B-EF63-472D-807A-B0001692C251}" type="datetime">
              <a:rPr b="0" lang="en-US" sz="1200" spc="-1" strike="noStrike">
                <a:solidFill>
                  <a:srgbClr val="000000"/>
                </a:solidFill>
                <a:latin typeface="Calibri"/>
              </a:rPr>
              <a:t>9/17/25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PlaceHolder 2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2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572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2" marL="9144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3" marL="13716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4" marL="18288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PlaceHolder 23"/>
          <p:cNvSpPr>
            <a:spLocks noGrp="1"/>
          </p:cNvSpPr>
          <p:nvPr>
            <p:ph type="ftr" idx="47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" name="PlaceHolder 24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41A92D-42E8-4280-9356-B03E1AE8B20A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PlaceHolder 25"/>
          <p:cNvSpPr>
            <a:spLocks noGrp="1"/>
          </p:cNvSpPr>
          <p:nvPr>
            <p:ph type="hdr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26"/>
          <p:cNvSpPr>
            <a:spLocks noGrp="1"/>
          </p:cNvSpPr>
          <p:nvPr>
            <p:ph type="dt" idx="49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723584-C7C0-4250-8840-AEB809FF63AD}" type="datetime">
              <a:rPr b="0" lang="en-US" sz="1200" spc="-1" strike="noStrike">
                <a:solidFill>
                  <a:srgbClr val="000000"/>
                </a:solidFill>
                <a:latin typeface="Calibri"/>
              </a:rPr>
              <a:t>9/17/25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PlaceHolder 27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PlaceHolder 28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572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2" marL="9144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3" marL="13716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4" marL="1828800" indent="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29"/>
          <p:cNvSpPr>
            <a:spLocks noGrp="1"/>
          </p:cNvSpPr>
          <p:nvPr>
            <p:ph type="ftr" idx="50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PlaceHolder 30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5D6531-134E-401E-BC60-BE734CEB380B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Bullet points of any research needed. This is generally looking for open source options that does some or all of what you want your project to do.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List any resources that have been found, and bullet points of your evaluation of them.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You can have more than one slide for this if needed.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lide Number Placeholder 3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C0A4D9A-7C6E-4D26-8505-D71E1560D324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Copy and reformat from h4.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lide Number Placeholder 3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2F3FAA3-E6D8-42C9-B575-6412BBAD5352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Copy and reformat from h4.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lide Number Placeholder 3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A197CAC-DEE6-4F08-8A4F-335C8CF7698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Clearly define what is and what is not part the project.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lide Number Placeholder 3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0568482-F8A4-499F-A9DD-23148B2E8394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office-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7CDB28-A259-415D-B244-BF2FEC2B31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-title-Titl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82D62D-1906-47CB-BA4E-814A48A3DF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1-title-Titl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207480-49EC-44B9-AE19-2A1103778C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2-obj-Title-and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5E8A4CC-5287-4046-BFB9-22060220BDC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A3AEC79-67E7-4A5B-95EC-EB7D35F0F43C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107EF0-C0CC-49EC-8F62-3D34CE28A241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 anchorCtr="1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D3B297D-8208-4C24-AD28-BC0F80878E72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C7A217-C591-4671-B463-C0D00A2EA46B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1C38037-D74F-4CF5-B019-C04AA7A7C9E5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99F1D7-89C2-4EFF-B0EE-723686E5B307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600" cy="2852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600" cy="1500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67676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E9C5CE61-28F4-4F68-B8D1-67595193D53B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3AE845-4FC2-42DC-9CFC-8E1FF803D49B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838080" y="1825560"/>
            <a:ext cx="518148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title"/>
          </p:nvPr>
        </p:nvSpPr>
        <p:spPr>
          <a:xfrm>
            <a:off x="6172200" y="1825560"/>
            <a:ext cx="518148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BE28332-3B08-4B47-902A-8610AD562A04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DC727C-16BC-495F-B4D9-561B8EA51A9A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720" cy="824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title"/>
          </p:nvPr>
        </p:nvSpPr>
        <p:spPr>
          <a:xfrm>
            <a:off x="839880" y="2505240"/>
            <a:ext cx="5157720" cy="3684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3280" cy="824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</a:pPr>
            <a:r>
              <a:rPr b="1" lang="en-US" sz="24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title"/>
          </p:nvPr>
        </p:nvSpPr>
        <p:spPr>
          <a:xfrm>
            <a:off x="6172200" y="2505240"/>
            <a:ext cx="5183280" cy="3684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204E156-3E5B-41CD-92A9-B1F1C7FFD304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8E40FC-8232-4A39-BFBA-163988F66EC5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D578472-AC8D-4F7F-BF04-D89EA8971425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8FCA28-6B8C-4C95-9136-F61B21F21C5C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E8C320C6-DF4C-42B3-BD1D-78877E4C8712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AFBE9F-B7DD-442E-8653-894AC93AEFEA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928E473-B8BD-4D68-8A17-956AAE6AD721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2CA21A-F413-4215-97FB-486E59B5902C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ptos"/>
              </a:rPr>
              <a:t>Click icon to add picture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AE8B516-FAF6-4B8B-994A-C9462CB76FE4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01FEA5-724D-4D29-AA0C-938204D0EEB4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91440" bIns="91440" anchor="t" vert="eaVer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91A96D6-9798-41DA-BD7F-A95255BAB9E1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318866-C7C4-4D2A-A94B-459A3134E317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8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91440" bIns="91440" anchor="t" anchorCtr="1" vert="eaVert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4240" cy="58118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91440" bIns="91440" anchor="t" vert="eaVer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AA9CDF9A-BAFB-4D6A-B3F7-AD1B3C30D50D}" type="datetime">
              <a:rPr b="0" lang="en-US" sz="1200" spc="-1" strike="noStrike">
                <a:solidFill>
                  <a:srgbClr val="767676"/>
                </a:solidFill>
                <a:latin typeface="Aptos"/>
              </a:rPr>
              <a:t>9/17/25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767676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7B5B48-2EDB-4010-AB3B-3F5AAA308C31}" type="slidenum">
              <a:rPr b="0" lang="en-US" sz="1200" spc="-1" strike="noStrike">
                <a:solidFill>
                  <a:srgbClr val="767676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 anchorCtr="1">
            <a:normAutofit fontScale="93422"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ptos Display"/>
              </a:rPr>
              <a:t>ECT 437</a:t>
            </a:r>
            <a:br>
              <a:rPr sz="6000"/>
            </a:br>
            <a:r>
              <a:rPr b="0" lang="en-US" sz="6000" spc="-1" strike="noStrike">
                <a:solidFill>
                  <a:srgbClr val="000000"/>
                </a:solidFill>
                <a:latin typeface="Aptos Display"/>
              </a:rPr>
              <a:t>h6 project pre-proposal</a:t>
            </a:r>
            <a:br>
              <a:rPr sz="6000"/>
            </a:br>
            <a:r>
              <a:rPr b="0" lang="en-US" sz="6000" spc="-1" strike="noStrike">
                <a:solidFill>
                  <a:srgbClr val="000000"/>
                </a:solidFill>
                <a:latin typeface="Aptos Display"/>
              </a:rPr>
              <a:t>presentation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 anchorCtr="1">
            <a:normAutofit/>
          </a:bodyPr>
          <a:p>
            <a:pPr indent="0" algn="ctr">
              <a:lnSpc>
                <a:spcPct val="8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Wed, Sept 17, 2025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9:00pm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Mahad Osman, Alex Hicks, Aseel Ibrahim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Analysis of scrapped data from Steam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Project Highlights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Group members: Mahad Osman, Alex Hicks, Aseel Ibrahim.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Project title: Analysis of scrapped data from Steam.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Description in one sentence: Extract information about Steam from the internet and analyze the data which will then be viewable to end-users in the form of a web app.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154440"/>
            <a:ext cx="10515600" cy="1546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Research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514880"/>
            <a:ext cx="10515600" cy="46018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 fontScale="81242"/>
          </a:bodyPr>
          <a:p>
            <a:pPr marL="228600" indent="-228600">
              <a:lnSpc>
                <a:spcPct val="7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Places to extract data from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7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Steam (directly)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Steam offers its own API which includes data like the games that're hosted, player data, and price history.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Pros: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§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Official and stable: Valve's own API ensures that data that's retrieved is consistent and official.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§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Free: Completely free and easy to access only requiring a steam account to create an API key.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Cons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§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Non-retrievable data: Some data cannot be accessed due to privacy settings 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§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Rate limits: APIs can become the subject of rate limits which can restrict access to data on a server if too many requests are made at once.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7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SteamDB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Community maintained database of steam detailing information like current live players and price histories.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Pros: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§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Already available information: the data in SteamDB is already 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§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Access to more obscure information: SteamDB offers information that isn't usually displayed by Valve like build numbers and game IDs.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Cons: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§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No API: SteamDB doesn't offer a public API.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§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Unofficial Scraping isn't allowed: SteamDB doesn't allow scraping of data without their consent.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7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Other potential options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</a:rPr>
              <a:t>Other websites that have information relating to Steam and its games (igdb.com, mobygames.com)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User interface notes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 fontScale="98427" lnSpcReduction="10000"/>
          </a:bodyPr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End user: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 homepage with links to different sections of the data like longest played game on average, most reviewed game, etc.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 drop-down menu to choose what format should be used to display the information.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 button that will automatically update the information to whatever's the latest available.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8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Admins: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 terminal for server management.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Access to the database file.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8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 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Important decisions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The language and framework that will be used to develop the web interface (Flask, Nodejs, Python).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Method of scraping the data (API, html parsing, browser automation).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Who will host and manage the server where the data is stored.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Goals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A resource that offers insights and analysis into Steam, including users, game activity, trends, price patterns, etc.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Features include: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 button that will automatically update the info in real time.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Multiple forms of displaying the statistics like a pie chart, columns, graph, etc.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The ability to search through for a specific item.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Scope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600" cy="44614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800" spc="-1" strike="noStrike">
                <a:solidFill>
                  <a:srgbClr val="000000"/>
                </a:solidFill>
                <a:latin typeface="Aptos"/>
              </a:rPr>
              <a:t>What is actually achievable by the end of the year (300 programmer hours)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NOT part of the project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Native mobile app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Artificial Intelligence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YES part of the project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Should be able to be available to anyone via the internet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Should be portable/easy to setup across different servers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Should be able to restrict access to malicious ips  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Deliverables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 fontScale="93740"/>
          </a:bodyPr>
          <a:p>
            <a:pPr marL="228600" indent="-228600">
              <a:lnSpc>
                <a:spcPct val="7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ptos"/>
              </a:rPr>
              <a:t>Project plan documents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7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ptos"/>
              </a:rPr>
              <a:t>Web scraper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rgbClr val="000000"/>
                </a:solidFill>
                <a:latin typeface="Aptos"/>
              </a:rPr>
              <a:t>Version 1 – Scrapes data via Steam's official API to a SQLite database file.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rgbClr val="000000"/>
                </a:solidFill>
                <a:latin typeface="Aptos"/>
              </a:rPr>
              <a:t>Version 2 - Implements other data  retrieval methods like html parsing with other sources on the internet.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7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ptos"/>
              </a:rPr>
              <a:t>Website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rgbClr val="000000"/>
                </a:solidFill>
                <a:latin typeface="Aptos"/>
              </a:rPr>
              <a:t>Version 1 – Displays the categories and filters that're available.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rgbClr val="000000"/>
                </a:solidFill>
                <a:latin typeface="Aptos"/>
              </a:rPr>
              <a:t>Version 2 -  Introduces a button that automatically updates the database and webpage with the latest information.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7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Aptos"/>
              </a:rPr>
              <a:t>Backend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rgbClr val="000000"/>
                </a:solidFill>
                <a:latin typeface="Aptos"/>
              </a:rPr>
              <a:t>Version 1 – Single SQLite database file that contains all of the information.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rgbClr val="000000"/>
                </a:solidFill>
                <a:latin typeface="Aptos"/>
              </a:rPr>
              <a:t>Version 2 – Experimentation with different database management systems (PostgreSQL).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Success Criteria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Web app is complete with the latest data stored and available to the public internet.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Proper security  measures are placed and checked.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Protection against common cybersecurity attacks among online websites.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Server is reliable and stable.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Won't crash under heavy load.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Stakeholders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People interested in interested in tracking gaming-related statistics.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Developers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Journalists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Researchers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Resources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People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Mahad Osman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Alex Hicks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Aseel Ibrahim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Budget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Server hosting – ($1-$5/month)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Proxies - ($5-$10/month)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Hardware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Personal devices (Mahad's)  – Computer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Personal devices (Alex's) - Computer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Personal devices (Aseel's) - Computer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LibreOffice/24.2.5.2$Windows_X86_64 LibreOffice_project/bffef4ea93e59bebbeaf7f431bb02b1a39ee8a59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2025-09-10T16:41:43Z</dcterms:created>
  <dc:creator/>
  <dc:description/>
  <dc:language>en-US</dc:language>
  <cp:lastModifiedBy/>
  <dcterms:modified xsi:type="dcterms:W3CDTF">2025-09-17T06:59:03Z</dcterms:modified>
  <cp:revision>7</cp:revision>
  <dc:subject/>
  <dc:title/>
</cp:coreProperties>
</file>